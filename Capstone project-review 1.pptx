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9F0E-093B-7257-2B5D-D8149FAEB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1683E-05EE-B78D-645A-E171D2394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97BC1-A2AB-ABD5-6E84-63C056DF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BDC2-C05E-A2C6-8AEE-74C92B4B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BCC0B-91EB-861C-83E4-9629FDEB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35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9754-4A88-13C5-0DDC-4C57A52C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37627-A55D-DF78-CC5C-9012A959A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A3B0E-F8DA-BD56-9979-CE272193E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06E44-45D5-A405-05CF-0F394FBF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6CE00-24B9-97F2-21C0-7A4BC91A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54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6C99-0A06-37C9-56D5-D54E5CA7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48638-6BB1-4FFB-D100-582AD5BA7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AA7AF-B83F-D1AE-BE95-983410A44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86D5-97B8-A288-A5EB-5BC725C1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1098-BE4A-F715-D72C-6AADF43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57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35C6-D7BE-0376-47D1-884A6C23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579D5-6E78-614D-7032-F5103C73E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F7B4D-2C66-610A-A94C-35E35EFDB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BC00A-815C-2E3C-7A76-A972408F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C3228-320E-272D-E98F-8BA57E77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6B187-96EE-C7EC-3AF1-5A9C4F39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9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A124-8F7C-0B5E-CC62-E3B119D2F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27E3C-F950-273F-32BE-F6A093811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3B5AD-F4DD-E7CB-5AFE-2E54FBEC1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50B4A7-942C-AA8A-274D-29C8972E9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D4C3F-887B-9327-B080-C9C1CD439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30DF60-B78B-60E5-B313-8812D42B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99BDD0-A3CD-D6B2-9AE8-65E2C77A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26A81B-EFA7-9DE0-1953-80B633EDF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11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30B6-EB86-BA59-2C81-0F96F7CD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E346ED-D1CE-19EE-A848-463501DF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1E1D8-D728-5F07-7AF3-EB1BBFC7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7CA46-26C7-F798-8BAC-6472DB2C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65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D82BF-95D3-C417-5BAD-6231BE80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41FE8-F5FF-98F1-0DC9-2C4CBF16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14126-20E2-D20B-B8FD-6A0D3D6F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197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1037-DA00-9FDC-C59E-BFEC4034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B1481-DBFB-90EB-87F2-02F0B21BD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923B4-CFDB-1F4B-90E7-DF6C64293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27645-2887-93E2-1D95-5AF0B4E3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15269-A734-6934-633D-51F1B10F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66E84-F807-9BB5-2DD3-FC3C1DC5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35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8C322-6B37-3DB1-13B2-46E3422CD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C45B6-CFFF-510F-6F7F-6996690F18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12992-4BBC-CB18-6417-152BF63D8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9EDDD-CCAA-5631-2530-4CEDCEAE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4E246-4A2B-4523-D19B-88966954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A0A4C-95E9-57E0-E508-8EBEE7BA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96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0E79-1CA5-FFDA-236F-3231302A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0615C-B796-DBAF-C670-FA28E43DB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BDA24-980D-B05F-DD9C-0E47C406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C9BB-4AC7-18AA-1669-1D4E4F68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4F2CD-904F-C0DD-4B9D-F75516F2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34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8BAC3-75B5-9CC4-3CE3-98F1FEB91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0FB01-902F-60EE-B2F1-598EC3DEE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FA4FD-DA59-D460-9CAC-391FACA3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ECAE7-D83D-A5E1-8F5A-C72D128C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7ABBE-73F9-5F4F-80E1-E4B25FA2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90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B5305-0B52-37EA-9935-1A965CDF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820BD-23B3-C19C-3BE1-C2FF342F7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442C7-C040-9037-31E0-D80F7E1D8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3FD53-8551-4E2F-9C9C-00664967D63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6D9F7-6E2E-9789-9DB6-294B76F2D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58300-0C73-0AF2-2DCC-E59115DFA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FF895-172F-49F1-87AC-883F2AC89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39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4EE8-9EFB-3996-D251-62A8D80F64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3819D-A40A-5B0D-A8BE-D373C41925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1F185-C860-851E-F5B1-AEC774B86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8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A02BB3-F5DE-E26B-4995-BAA3E513F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8941" cy="687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9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parnitha369@outlook.com</dc:creator>
  <cp:lastModifiedBy>parnitha369@outlook.com</cp:lastModifiedBy>
  <cp:revision>1</cp:revision>
  <dcterms:created xsi:type="dcterms:W3CDTF">2026-10-14T03:38:57Z</dcterms:created>
  <dcterms:modified xsi:type="dcterms:W3CDTF">2026-10-14T03:39:53Z</dcterms:modified>
</cp:coreProperties>
</file>